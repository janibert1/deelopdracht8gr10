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00378C-A75F-E69D-1EFD-860055A5C78E}" v="463" dt="2026-03-02T15:16:56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Albert Driessen" userId="9a2e64e7-ae7d-4d91-8767-dcef5926c689" providerId="ADAL" clId="{D1A2D963-A4FB-41F2-A88A-31DFF53D9955}"/>
    <pc:docChg chg="modSld">
      <pc:chgData name="Jan Albert Driessen" userId="9a2e64e7-ae7d-4d91-8767-dcef5926c689" providerId="ADAL" clId="{D1A2D963-A4FB-41F2-A88A-31DFF53D9955}" dt="2026-02-17T00:43:39.131" v="13" actId="11529"/>
      <pc:docMkLst>
        <pc:docMk/>
      </pc:docMkLst>
      <pc:sldChg chg="addSp modSp mod">
        <pc:chgData name="Jan Albert Driessen" userId="9a2e64e7-ae7d-4d91-8767-dcef5926c689" providerId="ADAL" clId="{D1A2D963-A4FB-41F2-A88A-31DFF53D9955}" dt="2026-02-17T00:43:39.131" v="13" actId="11529"/>
        <pc:sldMkLst>
          <pc:docMk/>
          <pc:sldMk cId="3055226792" sldId="257"/>
        </pc:sldMkLst>
        <pc:spChg chg="mod">
          <ac:chgData name="Jan Albert Driessen" userId="9a2e64e7-ae7d-4d91-8767-dcef5926c689" providerId="ADAL" clId="{D1A2D963-A4FB-41F2-A88A-31DFF53D9955}" dt="2026-02-16T21:38:06.043" v="1" actId="20577"/>
          <ac:spMkLst>
            <pc:docMk/>
            <pc:sldMk cId="3055226792" sldId="257"/>
            <ac:spMk id="2" creationId="{D12AF151-ED95-4E57-3EB2-DBAAF6FE18C0}"/>
          </ac:spMkLst>
        </pc:spChg>
        <pc:spChg chg="mod">
          <ac:chgData name="Jan Albert Driessen" userId="9a2e64e7-ae7d-4d91-8767-dcef5926c689" providerId="ADAL" clId="{D1A2D963-A4FB-41F2-A88A-31DFF53D9955}" dt="2026-02-16T21:39:55.499" v="12" actId="255"/>
          <ac:spMkLst>
            <pc:docMk/>
            <pc:sldMk cId="3055226792" sldId="257"/>
            <ac:spMk id="4" creationId="{0D581F1C-A857-055C-6678-C358EACE7E35}"/>
          </ac:spMkLst>
        </pc:spChg>
        <pc:spChg chg="add">
          <ac:chgData name="Jan Albert Driessen" userId="9a2e64e7-ae7d-4d91-8767-dcef5926c689" providerId="ADAL" clId="{D1A2D963-A4FB-41F2-A88A-31DFF53D9955}" dt="2026-02-17T00:43:39.131" v="13" actId="11529"/>
          <ac:spMkLst>
            <pc:docMk/>
            <pc:sldMk cId="3055226792" sldId="257"/>
            <ac:spMk id="9" creationId="{4085E6FC-3724-F590-D8FB-8F4CEB4FF634}"/>
          </ac:spMkLst>
        </pc:spChg>
      </pc:sldChg>
    </pc:docChg>
  </pc:docChgLst>
  <pc:docChgLst>
    <pc:chgData name="Pelle Wijnstra" userId="8220ffc7ff044ae6" providerId="LiveId" clId="{5D3ACB51-A774-4B4F-B24D-450109E54B8F}"/>
    <pc:docChg chg="undo custSel modSld">
      <pc:chgData name="Pelle Wijnstra" userId="8220ffc7ff044ae6" providerId="LiveId" clId="{5D3ACB51-A774-4B4F-B24D-450109E54B8F}" dt="2026-02-16T16:19:52.231" v="559" actId="20577"/>
      <pc:docMkLst>
        <pc:docMk/>
      </pc:docMkLst>
      <pc:sldChg chg="modSp mod">
        <pc:chgData name="Pelle Wijnstra" userId="8220ffc7ff044ae6" providerId="LiveId" clId="{5D3ACB51-A774-4B4F-B24D-450109E54B8F}" dt="2026-02-16T15:35:44.681" v="0" actId="1076"/>
        <pc:sldMkLst>
          <pc:docMk/>
          <pc:sldMk cId="168350686" sldId="256"/>
        </pc:sldMkLst>
        <pc:spChg chg="mod">
          <ac:chgData name="Pelle Wijnstra" userId="8220ffc7ff044ae6" providerId="LiveId" clId="{5D3ACB51-A774-4B4F-B24D-450109E54B8F}" dt="2026-02-16T15:35:44.681" v="0" actId="1076"/>
          <ac:spMkLst>
            <pc:docMk/>
            <pc:sldMk cId="168350686" sldId="256"/>
            <ac:spMk id="29" creationId="{D2EA300E-DDED-09B5-E16E-30256819D54F}"/>
          </ac:spMkLst>
        </pc:spChg>
      </pc:sldChg>
      <pc:sldChg chg="addSp modSp mod">
        <pc:chgData name="Pelle Wijnstra" userId="8220ffc7ff044ae6" providerId="LiveId" clId="{5D3ACB51-A774-4B4F-B24D-450109E54B8F}" dt="2026-02-16T16:19:52.231" v="559" actId="20577"/>
        <pc:sldMkLst>
          <pc:docMk/>
          <pc:sldMk cId="3055226792" sldId="257"/>
        </pc:sldMkLst>
        <pc:spChg chg="add mod">
          <ac:chgData name="Pelle Wijnstra" userId="8220ffc7ff044ae6" providerId="LiveId" clId="{5D3ACB51-A774-4B4F-B24D-450109E54B8F}" dt="2026-02-16T16:19:52.231" v="559" actId="20577"/>
          <ac:spMkLst>
            <pc:docMk/>
            <pc:sldMk cId="3055226792" sldId="257"/>
            <ac:spMk id="2" creationId="{D12AF151-ED95-4E57-3EB2-DBAAF6FE18C0}"/>
          </ac:spMkLst>
        </pc:spChg>
        <pc:spChg chg="add mod">
          <ac:chgData name="Pelle Wijnstra" userId="8220ffc7ff044ae6" providerId="LiveId" clId="{5D3ACB51-A774-4B4F-B24D-450109E54B8F}" dt="2026-02-16T16:04:44.338" v="548" actId="20577"/>
          <ac:spMkLst>
            <pc:docMk/>
            <pc:sldMk cId="3055226792" sldId="257"/>
            <ac:spMk id="3" creationId="{A78CA571-B3CC-F62B-1A50-41A2C5A876E6}"/>
          </ac:spMkLst>
        </pc:spChg>
        <pc:spChg chg="add mod">
          <ac:chgData name="Pelle Wijnstra" userId="8220ffc7ff044ae6" providerId="LiveId" clId="{5D3ACB51-A774-4B4F-B24D-450109E54B8F}" dt="2026-02-16T16:03:11.909" v="465" actId="14100"/>
          <ac:spMkLst>
            <pc:docMk/>
            <pc:sldMk cId="3055226792" sldId="257"/>
            <ac:spMk id="4" creationId="{0D581F1C-A857-055C-6678-C358EACE7E35}"/>
          </ac:spMkLst>
        </pc:spChg>
        <pc:spChg chg="add mod">
          <ac:chgData name="Pelle Wijnstra" userId="8220ffc7ff044ae6" providerId="LiveId" clId="{5D3ACB51-A774-4B4F-B24D-450109E54B8F}" dt="2026-02-16T16:03:15.893" v="466" actId="14100"/>
          <ac:spMkLst>
            <pc:docMk/>
            <pc:sldMk cId="3055226792" sldId="257"/>
            <ac:spMk id="5" creationId="{8CF725D0-4663-F454-7335-5F1D79466FD6}"/>
          </ac:spMkLst>
        </pc:spChg>
        <pc:spChg chg="add mod">
          <ac:chgData name="Pelle Wijnstra" userId="8220ffc7ff044ae6" providerId="LiveId" clId="{5D3ACB51-A774-4B4F-B24D-450109E54B8F}" dt="2026-02-16T16:05:01.201" v="549" actId="1076"/>
          <ac:spMkLst>
            <pc:docMk/>
            <pc:sldMk cId="3055226792" sldId="257"/>
            <ac:spMk id="6" creationId="{866E9CFC-3D30-5CA5-4B0B-D98E2017B376}"/>
          </ac:spMkLst>
        </pc:spChg>
        <pc:spChg chg="add mod">
          <ac:chgData name="Pelle Wijnstra" userId="8220ffc7ff044ae6" providerId="LiveId" clId="{5D3ACB51-A774-4B4F-B24D-450109E54B8F}" dt="2026-02-16T15:37:39.408" v="6"/>
          <ac:spMkLst>
            <pc:docMk/>
            <pc:sldMk cId="3055226792" sldId="257"/>
            <ac:spMk id="7" creationId="{683DE409-39AB-ED4E-8085-9467EADC99C9}"/>
          </ac:spMkLst>
        </pc:spChg>
        <pc:spChg chg="add mod">
          <ac:chgData name="Pelle Wijnstra" userId="8220ffc7ff044ae6" providerId="LiveId" clId="{5D3ACB51-A774-4B4F-B24D-450109E54B8F}" dt="2026-02-16T15:37:39.579" v="7"/>
          <ac:spMkLst>
            <pc:docMk/>
            <pc:sldMk cId="3055226792" sldId="257"/>
            <ac:spMk id="8" creationId="{E1B20881-3817-AC3B-3DCB-25432762AB32}"/>
          </ac:spMkLst>
        </pc:spChg>
      </pc:sldChg>
    </pc:docChg>
  </pc:docChgLst>
  <pc:docChgLst>
    <pc:chgData name="Jasper Mulder" userId="S::jkmulder@tudelft.nl::0dd8af4c-5813-4b75-95ce-10a3d81a5b3a" providerId="AD" clId="Web-{8D00378C-A75F-E69D-1EFD-860055A5C78E}"/>
    <pc:docChg chg="modSld">
      <pc:chgData name="Jasper Mulder" userId="S::jkmulder@tudelft.nl::0dd8af4c-5813-4b75-95ce-10a3d81a5b3a" providerId="AD" clId="Web-{8D00378C-A75F-E69D-1EFD-860055A5C78E}" dt="2026-03-02T15:16:56.615" v="303" actId="1076"/>
      <pc:docMkLst>
        <pc:docMk/>
      </pc:docMkLst>
      <pc:sldChg chg="addSp delSp modSp">
        <pc:chgData name="Jasper Mulder" userId="S::jkmulder@tudelft.nl::0dd8af4c-5813-4b75-95ce-10a3d81a5b3a" providerId="AD" clId="Web-{8D00378C-A75F-E69D-1EFD-860055A5C78E}" dt="2026-03-02T15:16:56.615" v="303" actId="1076"/>
        <pc:sldMkLst>
          <pc:docMk/>
          <pc:sldMk cId="168350686" sldId="256"/>
        </pc:sldMkLst>
        <pc:spChg chg="add mod">
          <ac:chgData name="Jasper Mulder" userId="S::jkmulder@tudelft.nl::0dd8af4c-5813-4b75-95ce-10a3d81a5b3a" providerId="AD" clId="Web-{8D00378C-A75F-E69D-1EFD-860055A5C78E}" dt="2026-03-02T15:15:54.926" v="290" actId="20577"/>
          <ac:spMkLst>
            <pc:docMk/>
            <pc:sldMk cId="168350686" sldId="256"/>
            <ac:spMk id="2" creationId="{5BEDAB16-352E-DE3B-793C-5D8B9BAC11BB}"/>
          </ac:spMkLst>
        </pc:spChg>
        <pc:spChg chg="add del mod">
          <ac:chgData name="Jasper Mulder" userId="S::jkmulder@tudelft.nl::0dd8af4c-5813-4b75-95ce-10a3d81a5b3a" providerId="AD" clId="Web-{8D00378C-A75F-E69D-1EFD-860055A5C78E}" dt="2026-03-02T15:14:31.642" v="254"/>
          <ac:spMkLst>
            <pc:docMk/>
            <pc:sldMk cId="168350686" sldId="256"/>
            <ac:spMk id="3" creationId="{09DA7361-870C-4F0B-D832-C18FE7564853}"/>
          </ac:spMkLst>
        </pc:spChg>
        <pc:spChg chg="mod">
          <ac:chgData name="Jasper Mulder" userId="S::jkmulder@tudelft.nl::0dd8af4c-5813-4b75-95ce-10a3d81a5b3a" providerId="AD" clId="Web-{8D00378C-A75F-E69D-1EFD-860055A5C78E}" dt="2026-03-02T14:52:05.653" v="9" actId="1076"/>
          <ac:spMkLst>
            <pc:docMk/>
            <pc:sldMk cId="168350686" sldId="256"/>
            <ac:spMk id="4" creationId="{2BC853D3-4F1D-CEC9-2234-90ED7A7F10A3}"/>
          </ac:spMkLst>
        </pc:spChg>
        <pc:spChg chg="mod">
          <ac:chgData name="Jasper Mulder" userId="S::jkmulder@tudelft.nl::0dd8af4c-5813-4b75-95ce-10a3d81a5b3a" providerId="AD" clId="Web-{8D00378C-A75F-E69D-1EFD-860055A5C78E}" dt="2026-03-02T14:51:07.354" v="0" actId="1076"/>
          <ac:spMkLst>
            <pc:docMk/>
            <pc:sldMk cId="168350686" sldId="256"/>
            <ac:spMk id="6" creationId="{4208EE6E-459A-2BD6-88F5-25BE6F9D7099}"/>
          </ac:spMkLst>
        </pc:spChg>
        <pc:spChg chg="mod">
          <ac:chgData name="Jasper Mulder" userId="S::jkmulder@tudelft.nl::0dd8af4c-5813-4b75-95ce-10a3d81a5b3a" providerId="AD" clId="Web-{8D00378C-A75F-E69D-1EFD-860055A5C78E}" dt="2026-03-02T15:11:58.885" v="162" actId="1076"/>
          <ac:spMkLst>
            <pc:docMk/>
            <pc:sldMk cId="168350686" sldId="256"/>
            <ac:spMk id="8" creationId="{2ABC436A-8FB4-15AA-3182-DE8115F4898B}"/>
          </ac:spMkLst>
        </pc:spChg>
        <pc:spChg chg="add mod">
          <ac:chgData name="Jasper Mulder" userId="S::jkmulder@tudelft.nl::0dd8af4c-5813-4b75-95ce-10a3d81a5b3a" providerId="AD" clId="Web-{8D00378C-A75F-E69D-1EFD-860055A5C78E}" dt="2026-03-02T15:16:18.614" v="291" actId="20577"/>
          <ac:spMkLst>
            <pc:docMk/>
            <pc:sldMk cId="168350686" sldId="256"/>
            <ac:spMk id="9" creationId="{6B5490F6-6E7B-ADB6-0661-E6AF11CCE764}"/>
          </ac:spMkLst>
        </pc:spChg>
        <pc:spChg chg="mod">
          <ac:chgData name="Jasper Mulder" userId="S::jkmulder@tudelft.nl::0dd8af4c-5813-4b75-95ce-10a3d81a5b3a" providerId="AD" clId="Web-{8D00378C-A75F-E69D-1EFD-860055A5C78E}" dt="2026-03-02T15:13:06.404" v="201" actId="1076"/>
          <ac:spMkLst>
            <pc:docMk/>
            <pc:sldMk cId="168350686" sldId="256"/>
            <ac:spMk id="12" creationId="{0E55E6B2-CF31-7A6E-17F1-EE7769655AB3}"/>
          </ac:spMkLst>
        </pc:spChg>
        <pc:spChg chg="mod">
          <ac:chgData name="Jasper Mulder" userId="S::jkmulder@tudelft.nl::0dd8af4c-5813-4b75-95ce-10a3d81a5b3a" providerId="AD" clId="Web-{8D00378C-A75F-E69D-1EFD-860055A5C78E}" dt="2026-03-02T14:51:16.432" v="1" actId="1076"/>
          <ac:spMkLst>
            <pc:docMk/>
            <pc:sldMk cId="168350686" sldId="256"/>
            <ac:spMk id="13" creationId="{0FD4395A-4374-5AF2-5359-F6534FA3F331}"/>
          </ac:spMkLst>
        </pc:spChg>
        <pc:spChg chg="mod">
          <ac:chgData name="Jasper Mulder" userId="S::jkmulder@tudelft.nl::0dd8af4c-5813-4b75-95ce-10a3d81a5b3a" providerId="AD" clId="Web-{8D00378C-A75F-E69D-1EFD-860055A5C78E}" dt="2026-03-02T15:13:06.498" v="202" actId="1076"/>
          <ac:spMkLst>
            <pc:docMk/>
            <pc:sldMk cId="168350686" sldId="256"/>
            <ac:spMk id="15" creationId="{2820D496-09F2-0504-A4A0-99DB7237032C}"/>
          </ac:spMkLst>
        </pc:spChg>
        <pc:spChg chg="mod">
          <ac:chgData name="Jasper Mulder" userId="S::jkmulder@tudelft.nl::0dd8af4c-5813-4b75-95ce-10a3d81a5b3a" providerId="AD" clId="Web-{8D00378C-A75F-E69D-1EFD-860055A5C78E}" dt="2026-03-02T14:53:37.848" v="36" actId="20577"/>
          <ac:spMkLst>
            <pc:docMk/>
            <pc:sldMk cId="168350686" sldId="256"/>
            <ac:spMk id="16" creationId="{FC691296-90FE-7B80-0232-D1A0455D988F}"/>
          </ac:spMkLst>
        </pc:spChg>
        <pc:spChg chg="mod">
          <ac:chgData name="Jasper Mulder" userId="S::jkmulder@tudelft.nl::0dd8af4c-5813-4b75-95ce-10a3d81a5b3a" providerId="AD" clId="Web-{8D00378C-A75F-E69D-1EFD-860055A5C78E}" dt="2026-03-02T14:51:54.886" v="6" actId="1076"/>
          <ac:spMkLst>
            <pc:docMk/>
            <pc:sldMk cId="168350686" sldId="256"/>
            <ac:spMk id="18" creationId="{497652A3-4E2C-2133-D839-A1AC5ADA4A78}"/>
          </ac:spMkLst>
        </pc:spChg>
        <pc:spChg chg="mod">
          <ac:chgData name="Jasper Mulder" userId="S::jkmulder@tudelft.nl::0dd8af4c-5813-4b75-95ce-10a3d81a5b3a" providerId="AD" clId="Web-{8D00378C-A75F-E69D-1EFD-860055A5C78E}" dt="2026-03-02T14:51:54.902" v="7" actId="1076"/>
          <ac:spMkLst>
            <pc:docMk/>
            <pc:sldMk cId="168350686" sldId="256"/>
            <ac:spMk id="19" creationId="{1C45C52E-2619-D0A1-350F-95772F08C124}"/>
          </ac:spMkLst>
        </pc:spChg>
        <pc:spChg chg="mod">
          <ac:chgData name="Jasper Mulder" userId="S::jkmulder@tudelft.nl::0dd8af4c-5813-4b75-95ce-10a3d81a5b3a" providerId="AD" clId="Web-{8D00378C-A75F-E69D-1EFD-860055A5C78E}" dt="2026-03-02T15:11:58.901" v="163" actId="1076"/>
          <ac:spMkLst>
            <pc:docMk/>
            <pc:sldMk cId="168350686" sldId="256"/>
            <ac:spMk id="26" creationId="{7B706E7C-64BA-2F10-3011-7130A54282CD}"/>
          </ac:spMkLst>
        </pc:spChg>
        <pc:spChg chg="mod">
          <ac:chgData name="Jasper Mulder" userId="S::jkmulder@tudelft.nl::0dd8af4c-5813-4b75-95ce-10a3d81a5b3a" providerId="AD" clId="Web-{8D00378C-A75F-E69D-1EFD-860055A5C78E}" dt="2026-03-02T15:13:06.529" v="203" actId="1076"/>
          <ac:spMkLst>
            <pc:docMk/>
            <pc:sldMk cId="168350686" sldId="256"/>
            <ac:spMk id="27" creationId="{96C21054-989B-B328-ABEF-0029917C5A75}"/>
          </ac:spMkLst>
        </pc:spChg>
        <pc:spChg chg="mod">
          <ac:chgData name="Jasper Mulder" userId="S::jkmulder@tudelft.nl::0dd8af4c-5813-4b75-95ce-10a3d81a5b3a" providerId="AD" clId="Web-{8D00378C-A75F-E69D-1EFD-860055A5C78E}" dt="2026-03-02T15:11:58.932" v="164" actId="1076"/>
          <ac:spMkLst>
            <pc:docMk/>
            <pc:sldMk cId="168350686" sldId="256"/>
            <ac:spMk id="29" creationId="{D2EA300E-DDED-09B5-E16E-30256819D54F}"/>
          </ac:spMkLst>
        </pc:spChg>
        <pc:spChg chg="add del mod">
          <ac:chgData name="Jasper Mulder" userId="S::jkmulder@tudelft.nl::0dd8af4c-5813-4b75-95ce-10a3d81a5b3a" providerId="AD" clId="Web-{8D00378C-A75F-E69D-1EFD-860055A5C78E}" dt="2026-03-02T15:15:23.565" v="287" actId="20577"/>
          <ac:spMkLst>
            <pc:docMk/>
            <pc:sldMk cId="168350686" sldId="256"/>
            <ac:spMk id="33" creationId="{BD4C2E2D-4773-C9FA-1038-CFC435F39E4E}"/>
          </ac:spMkLst>
        </pc:spChg>
        <pc:spChg chg="mod">
          <ac:chgData name="Jasper Mulder" userId="S::jkmulder@tudelft.nl::0dd8af4c-5813-4b75-95ce-10a3d81a5b3a" providerId="AD" clId="Web-{8D00378C-A75F-E69D-1EFD-860055A5C78E}" dt="2026-03-02T15:13:06.576" v="204" actId="1076"/>
          <ac:spMkLst>
            <pc:docMk/>
            <pc:sldMk cId="168350686" sldId="256"/>
            <ac:spMk id="34" creationId="{512BDE7B-090F-D024-973D-C59BDAD724C3}"/>
          </ac:spMkLst>
        </pc:spChg>
        <pc:spChg chg="mod">
          <ac:chgData name="Jasper Mulder" userId="S::jkmulder@tudelft.nl::0dd8af4c-5813-4b75-95ce-10a3d81a5b3a" providerId="AD" clId="Web-{8D00378C-A75F-E69D-1EFD-860055A5C78E}" dt="2026-03-02T15:16:56.615" v="303" actId="1076"/>
          <ac:spMkLst>
            <pc:docMk/>
            <pc:sldMk cId="168350686" sldId="256"/>
            <ac:spMk id="37" creationId="{427C294B-E904-3172-3681-F4DF02A7940C}"/>
          </ac:spMkLst>
        </pc:spChg>
        <pc:spChg chg="mod">
          <ac:chgData name="Jasper Mulder" userId="S::jkmulder@tudelft.nl::0dd8af4c-5813-4b75-95ce-10a3d81a5b3a" providerId="AD" clId="Web-{8D00378C-A75F-E69D-1EFD-860055A5C78E}" dt="2026-03-02T15:16:49.599" v="302" actId="20577"/>
          <ac:spMkLst>
            <pc:docMk/>
            <pc:sldMk cId="168350686" sldId="256"/>
            <ac:spMk id="38" creationId="{8E75A567-86CC-19E9-06BF-65DEAD884672}"/>
          </ac:spMkLst>
        </pc:spChg>
        <pc:cxnChg chg="add mod">
          <ac:chgData name="Jasper Mulder" userId="S::jkmulder@tudelft.nl::0dd8af4c-5813-4b75-95ce-10a3d81a5b3a" providerId="AD" clId="Web-{8D00378C-A75F-E69D-1EFD-860055A5C78E}" dt="2026-03-02T15:13:06.795" v="209" actId="1076"/>
          <ac:cxnSpMkLst>
            <pc:docMk/>
            <pc:sldMk cId="168350686" sldId="256"/>
            <ac:cxnSpMk id="5" creationId="{0046C503-2071-D327-4DCE-AAD42EA6AD9F}"/>
          </ac:cxnSpMkLst>
        </pc:cxnChg>
        <pc:cxnChg chg="mod">
          <ac:chgData name="Jasper Mulder" userId="S::jkmulder@tudelft.nl::0dd8af4c-5813-4b75-95ce-10a3d81a5b3a" providerId="AD" clId="Web-{8D00378C-A75F-E69D-1EFD-860055A5C78E}" dt="2026-03-02T14:51:54.871" v="5" actId="1076"/>
          <ac:cxnSpMkLst>
            <pc:docMk/>
            <pc:sldMk cId="168350686" sldId="256"/>
            <ac:cxnSpMk id="11" creationId="{90923A81-D047-D348-DA34-FC732CE7D4C9}"/>
          </ac:cxnSpMkLst>
        </pc:cxnChg>
        <pc:cxnChg chg="mod">
          <ac:chgData name="Jasper Mulder" userId="S::jkmulder@tudelft.nl::0dd8af4c-5813-4b75-95ce-10a3d81a5b3a" providerId="AD" clId="Web-{8D00378C-A75F-E69D-1EFD-860055A5C78E}" dt="2026-03-02T14:52:05.684" v="11" actId="1076"/>
          <ac:cxnSpMkLst>
            <pc:docMk/>
            <pc:sldMk cId="168350686" sldId="256"/>
            <ac:cxnSpMk id="20" creationId="{EC7FB5B6-6B8F-0E14-D2FC-5039090328E6}"/>
          </ac:cxnSpMkLst>
        </pc:cxnChg>
        <pc:cxnChg chg="mod">
          <ac:chgData name="Jasper Mulder" userId="S::jkmulder@tudelft.nl::0dd8af4c-5813-4b75-95ce-10a3d81a5b3a" providerId="AD" clId="Web-{8D00378C-A75F-E69D-1EFD-860055A5C78E}" dt="2026-03-02T14:51:54.918" v="8" actId="1076"/>
          <ac:cxnSpMkLst>
            <pc:docMk/>
            <pc:sldMk cId="168350686" sldId="256"/>
            <ac:cxnSpMk id="30" creationId="{D8C4542C-C9C9-F8A8-1712-7A648C36B78A}"/>
          </ac:cxnSpMkLst>
        </pc:cxnChg>
        <pc:cxnChg chg="mod">
          <ac:chgData name="Jasper Mulder" userId="S::jkmulder@tudelft.nl::0dd8af4c-5813-4b75-95ce-10a3d81a5b3a" providerId="AD" clId="Web-{8D00378C-A75F-E69D-1EFD-860055A5C78E}" dt="2026-03-02T15:11:58.932" v="165" actId="1076"/>
          <ac:cxnSpMkLst>
            <pc:docMk/>
            <pc:sldMk cId="168350686" sldId="256"/>
            <ac:cxnSpMk id="31" creationId="{EF75321C-84A0-F5B4-FFB0-26B2D4DF595F}"/>
          </ac:cxnSpMkLst>
        </pc:cxnChg>
        <pc:cxnChg chg="mod">
          <ac:chgData name="Jasper Mulder" userId="S::jkmulder@tudelft.nl::0dd8af4c-5813-4b75-95ce-10a3d81a5b3a" providerId="AD" clId="Web-{8D00378C-A75F-E69D-1EFD-860055A5C78E}" dt="2026-03-02T15:11:58.948" v="166" actId="1076"/>
          <ac:cxnSpMkLst>
            <pc:docMk/>
            <pc:sldMk cId="168350686" sldId="256"/>
            <ac:cxnSpMk id="32" creationId="{F43E4E43-266B-3EE7-A9D7-6E36FB6ADC16}"/>
          </ac:cxnSpMkLst>
        </pc:cxnChg>
        <pc:cxnChg chg="mod">
          <ac:chgData name="Jasper Mulder" userId="S::jkmulder@tudelft.nl::0dd8af4c-5813-4b75-95ce-10a3d81a5b3a" providerId="AD" clId="Web-{8D00378C-A75F-E69D-1EFD-860055A5C78E}" dt="2026-03-02T15:13:06.748" v="207" actId="1076"/>
          <ac:cxnSpMkLst>
            <pc:docMk/>
            <pc:sldMk cId="168350686" sldId="256"/>
            <ac:cxnSpMk id="39" creationId="{22217683-2B12-1CD8-2D58-0FC3617EA9AC}"/>
          </ac:cxnSpMkLst>
        </pc:cxnChg>
        <pc:cxnChg chg="mod">
          <ac:chgData name="Jasper Mulder" userId="S::jkmulder@tudelft.nl::0dd8af4c-5813-4b75-95ce-10a3d81a5b3a" providerId="AD" clId="Web-{8D00378C-A75F-E69D-1EFD-860055A5C78E}" dt="2026-03-02T15:13:06.764" v="208" actId="1076"/>
          <ac:cxnSpMkLst>
            <pc:docMk/>
            <pc:sldMk cId="168350686" sldId="256"/>
            <ac:cxnSpMk id="41" creationId="{05D356B8-DE4E-12D5-8A2C-F16DBF34B17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7883EE-8E19-4C44-9477-790D07DE6C39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66DC3-2DF9-4BE6-92C3-B06DA3D7114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4571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66DC3-2DF9-4BE6-92C3-B06DA3D71147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4597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DF9E2-4B84-A9AA-2D42-52A5B67EB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3A936BE-7BEC-3CB2-4688-40D2DBAC8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F4A439C-580F-12AA-6894-1BBFF381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C835D85-9C3B-64E6-F0C1-88CDE5FB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7DA8EDF-4200-9AC4-A670-6668870B9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903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F5DC82-B16A-B115-6824-BDFE36DAB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40E3115-DC8A-71E7-E0A4-3F70DCE6E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C7AA62E-BB2B-B36E-375A-0D31E8B0E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2CCCA4B-353D-7A39-33B2-D2C090732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AE13270-3EB6-CBFF-9308-82A60C590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0533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8F2790-5084-D6E9-E787-EEC3A6B84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754BE26-87CF-1D0E-FFAE-2BFA6AE65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4F19B10-392C-54AB-0C9F-DE92D90DB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2DC0AF-707E-09F1-1BA8-852A36571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74E079C-D501-F976-DAE4-92E12BCA6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0396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3A635B-CDDC-AFEA-C888-45F5ED61D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26EDF90-5038-CAA3-2C5B-E44380DB3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566083B-D0E5-E889-508E-B357EB69B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CAB2A10-8338-5C1A-42FF-EDF09F0A5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1269889-ECA7-22AA-6660-4C716698D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753534-B96D-ACE5-D360-EE25ADC35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2354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76274E-4E37-F6A3-E904-950E7ECE5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C3619FD-ECB9-06FC-6431-6A614F1EF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C8E4248-B2C9-A077-2594-CF687D3DA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443486A-8B67-9FA6-5747-D43C8FC5F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56716981-2AB6-405E-CC35-08C5327AC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B6E9E00F-1BCA-85E1-9C14-92C40B40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373AF0B8-4CEB-636E-A755-6D4A8466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7F55F8C0-0EF4-4B45-A978-184558FA4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11992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B0455A-D8B0-9BE0-722C-E74D12B3C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23C04E0-7172-79E7-0EDA-FCF23A716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9537CE8-2BA7-6CAD-6D8A-45E4AE35E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4B364E5-53C0-9318-F429-A62139D5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329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15D6A40-E46D-2169-5B74-89271BC5A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343CABD-D3B3-D342-BBFD-7DA054B00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C3B49B8-5D1E-3FCC-9224-CA28EE10E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7566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F15B7F-785F-131D-4AD7-E6D6F8C90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1A3F79A-8084-A9BF-EEC8-D3F6C40F1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ED6A023-0012-49CD-6A62-9DFBE3C93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832B19-A809-572E-2AA4-46E152D60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D108912-935E-1EF7-20CC-86A1DA598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14EB43C-A7F5-042B-D93B-389B2570E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96783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02C62F-CF50-E345-5827-5811712EE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5A8C817-FC64-222C-2380-1A133FBD0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EF6C0AD-80E3-B3E6-BF14-FE59A8766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3A8F6C0-1511-5EAD-2E9A-316ED2BDB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0699AE0-FA53-DFAB-A158-8FFDF6A9D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120D46A-48FF-80A5-BB4A-65589DF7D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54096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48D000-C669-9569-589C-036521163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1A302C2-D767-FF9B-B6C7-EEDBE20EF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118805F-F18E-8DD4-FE0D-1842CED7D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995B6E-8E7E-234C-8585-89C85BB28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3C6E3D8-DDA4-5112-D8B7-91505778B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2645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8B2AAE42-D8D4-25D7-EC7D-9E86B53BB3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BD4FC2C-4BB9-E372-EC5B-99BFD72AE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C7B5115-BB6D-153B-44D7-448BD2336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DE133CF-1B74-F491-AFC0-0400DA916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984E2B2-9953-4972-B2B5-4BB603FCB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9907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36945D2-92D2-BF38-4F88-7C1DAF20B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5047026-E783-C636-0DBB-7EB1AAA91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91903E-225B-94A3-742A-2D34508B0C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29ED6-F496-4EC6-873F-F305C5846261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AF9689A-4F02-66CB-C0E0-E9C46DEC8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15D57C-BBA0-61C8-5CB9-549BEAECD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5474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logram 3">
            <a:extLst>
              <a:ext uri="{FF2B5EF4-FFF2-40B4-BE49-F238E27FC236}">
                <a16:creationId xmlns:a16="http://schemas.microsoft.com/office/drawing/2014/main" id="{2BC853D3-4F1D-CEC9-2234-90ED7A7F10A3}"/>
              </a:ext>
            </a:extLst>
          </p:cNvPr>
          <p:cNvSpPr/>
          <p:nvPr/>
        </p:nvSpPr>
        <p:spPr>
          <a:xfrm>
            <a:off x="946128" y="850320"/>
            <a:ext cx="2005667" cy="624736"/>
          </a:xfrm>
          <a:prstGeom prst="parallelogram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Stroomdiagram: Scheidingslijn 5">
            <a:extLst>
              <a:ext uri="{FF2B5EF4-FFF2-40B4-BE49-F238E27FC236}">
                <a16:creationId xmlns:a16="http://schemas.microsoft.com/office/drawing/2014/main" id="{4208EE6E-459A-2BD6-88F5-25BE6F9D7099}"/>
              </a:ext>
            </a:extLst>
          </p:cNvPr>
          <p:cNvSpPr/>
          <p:nvPr/>
        </p:nvSpPr>
        <p:spPr>
          <a:xfrm>
            <a:off x="4278124" y="7077"/>
            <a:ext cx="1632857" cy="624736"/>
          </a:xfrm>
          <a:prstGeom prst="flowChartTerminator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uit 6">
            <a:extLst>
              <a:ext uri="{FF2B5EF4-FFF2-40B4-BE49-F238E27FC236}">
                <a16:creationId xmlns:a16="http://schemas.microsoft.com/office/drawing/2014/main" id="{C13207D6-5EB3-AD02-ECCF-7D962C076595}"/>
              </a:ext>
            </a:extLst>
          </p:cNvPr>
          <p:cNvSpPr/>
          <p:nvPr/>
        </p:nvSpPr>
        <p:spPr>
          <a:xfrm>
            <a:off x="7030719" y="2108223"/>
            <a:ext cx="903409" cy="442633"/>
          </a:xfrm>
          <a:prstGeom prst="diamond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2ABC436A-8FB4-15AA-3182-DE8115F4898B}"/>
              </a:ext>
            </a:extLst>
          </p:cNvPr>
          <p:cNvSpPr/>
          <p:nvPr/>
        </p:nvSpPr>
        <p:spPr>
          <a:xfrm>
            <a:off x="4411517" y="1840953"/>
            <a:ext cx="1453901" cy="4426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90923A81-D047-D348-DA34-FC732CE7D4C9}"/>
              </a:ext>
            </a:extLst>
          </p:cNvPr>
          <p:cNvCxnSpPr>
            <a:cxnSpLocks/>
          </p:cNvCxnSpPr>
          <p:nvPr/>
        </p:nvCxnSpPr>
        <p:spPr>
          <a:xfrm>
            <a:off x="5085260" y="594643"/>
            <a:ext cx="0" cy="2668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roomdiagram: Scheidingslijn 11">
            <a:extLst>
              <a:ext uri="{FF2B5EF4-FFF2-40B4-BE49-F238E27FC236}">
                <a16:creationId xmlns:a16="http://schemas.microsoft.com/office/drawing/2014/main" id="{0E55E6B2-CF31-7A6E-17F1-EE7769655AB3}"/>
              </a:ext>
            </a:extLst>
          </p:cNvPr>
          <p:cNvSpPr/>
          <p:nvPr/>
        </p:nvSpPr>
        <p:spPr>
          <a:xfrm>
            <a:off x="4348406" y="4785168"/>
            <a:ext cx="1567540" cy="577875"/>
          </a:xfrm>
          <a:prstGeom prst="flowChartTerminator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0FD4395A-4374-5AF2-5359-F6534FA3F331}"/>
              </a:ext>
            </a:extLst>
          </p:cNvPr>
          <p:cNvSpPr txBox="1"/>
          <p:nvPr/>
        </p:nvSpPr>
        <p:spPr>
          <a:xfrm>
            <a:off x="4725956" y="134779"/>
            <a:ext cx="1194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/>
              <a:t>Start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2820D496-09F2-0504-A4A0-99DB7237032C}"/>
              </a:ext>
            </a:extLst>
          </p:cNvPr>
          <p:cNvSpPr txBox="1"/>
          <p:nvPr/>
        </p:nvSpPr>
        <p:spPr>
          <a:xfrm>
            <a:off x="4735249" y="4866436"/>
            <a:ext cx="1194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/>
              <a:t>Einde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FC691296-90FE-7B80-0232-D1A0455D988F}"/>
              </a:ext>
            </a:extLst>
          </p:cNvPr>
          <p:cNvSpPr txBox="1"/>
          <p:nvPr/>
        </p:nvSpPr>
        <p:spPr>
          <a:xfrm>
            <a:off x="1041449" y="784191"/>
            <a:ext cx="161925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NL" sz="700">
                <a:solidFill>
                  <a:schemeClr val="bg1"/>
                </a:solidFill>
                <a:ea typeface="+mn-lt"/>
                <a:cs typeface="+mn-lt"/>
              </a:rPr>
              <a:t>CSV tankdata &amp; CSV hull / BHD data &amp; JSON main particulars</a:t>
            </a:r>
            <a:endParaRPr lang="nl-NL" sz="700">
              <a:solidFill>
                <a:schemeClr val="bg1"/>
              </a:solidFill>
            </a:endParaRPr>
          </a:p>
          <a:p>
            <a:r>
              <a:rPr lang="nl-NL" sz="600" dirty="0">
                <a:solidFill>
                  <a:schemeClr val="bg1"/>
                </a:solidFill>
              </a:rPr>
              <a:t>Filename: string</a:t>
            </a:r>
          </a:p>
          <a:p>
            <a:endParaRPr lang="nl-NL" sz="600">
              <a:solidFill>
                <a:schemeClr val="bg1"/>
              </a:solidFill>
            </a:endParaRPr>
          </a:p>
          <a:p>
            <a:r>
              <a:rPr lang="nl-NL" sz="600" dirty="0">
                <a:solidFill>
                  <a:schemeClr val="bg1"/>
                </a:solidFill>
              </a:rPr>
              <a:t>Content:</a:t>
            </a:r>
          </a:p>
          <a:p>
            <a:r>
              <a:rPr lang="nl-NL" sz="600" dirty="0">
                <a:solidFill>
                  <a:schemeClr val="bg1"/>
                </a:solidFill>
              </a:rPr>
              <a:t>Afmetingen, tankvullingen, zwaartepunten, center of areas,  displacement data</a:t>
            </a:r>
            <a:endParaRPr lang="nl-NL" sz="500" dirty="0">
              <a:solidFill>
                <a:schemeClr val="bg1"/>
              </a:solidFill>
            </a:endParaRPr>
          </a:p>
        </p:txBody>
      </p:sp>
      <p:sp>
        <p:nvSpPr>
          <p:cNvPr id="18" name="Stroomdiagram: Vooraf gedefinieerd proces 17">
            <a:extLst>
              <a:ext uri="{FF2B5EF4-FFF2-40B4-BE49-F238E27FC236}">
                <a16:creationId xmlns:a16="http://schemas.microsoft.com/office/drawing/2014/main" id="{497652A3-4E2C-2133-D839-A1AC5ADA4A78}"/>
              </a:ext>
            </a:extLst>
          </p:cNvPr>
          <p:cNvSpPr/>
          <p:nvPr/>
        </p:nvSpPr>
        <p:spPr>
          <a:xfrm>
            <a:off x="3934002" y="865700"/>
            <a:ext cx="2401576" cy="624736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1C45C52E-2619-D0A1-350F-95772F08C124}"/>
              </a:ext>
            </a:extLst>
          </p:cNvPr>
          <p:cNvSpPr txBox="1"/>
          <p:nvPr/>
        </p:nvSpPr>
        <p:spPr>
          <a:xfrm>
            <a:off x="4171855" y="822200"/>
            <a:ext cx="170107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>
                <a:solidFill>
                  <a:schemeClr val="bg1"/>
                </a:solidFill>
              </a:rPr>
              <a:t>Importeer inlees functies uit inleesfile</a:t>
            </a:r>
            <a:endParaRPr lang="nl-NL" sz="400">
              <a:solidFill>
                <a:schemeClr val="bg1"/>
              </a:solidFill>
            </a:endParaRPr>
          </a:p>
          <a:p>
            <a:endParaRPr lang="nl-NL" sz="400">
              <a:solidFill>
                <a:schemeClr val="bg1"/>
              </a:solidFill>
            </a:endParaRPr>
          </a:p>
          <a:p>
            <a:r>
              <a:rPr lang="nl-NL" sz="500">
                <a:solidFill>
                  <a:schemeClr val="bg1"/>
                </a:solidFill>
              </a:rPr>
              <a:t>Functienaam: </a:t>
            </a:r>
            <a:r>
              <a:rPr lang="nl-NL" sz="500" err="1">
                <a:solidFill>
                  <a:schemeClr val="bg1"/>
                </a:solidFill>
              </a:rPr>
              <a:t>readCSVdata</a:t>
            </a:r>
            <a:r>
              <a:rPr lang="nl-NL" sz="500">
                <a:solidFill>
                  <a:schemeClr val="bg1"/>
                </a:solidFill>
              </a:rPr>
              <a:t>, </a:t>
            </a:r>
            <a:r>
              <a:rPr lang="nl-NL" sz="500" err="1">
                <a:solidFill>
                  <a:schemeClr val="bg1"/>
                </a:solidFill>
              </a:rPr>
              <a:t>readJSONdata</a:t>
            </a:r>
            <a:endParaRPr lang="nl-NL" sz="500">
              <a:solidFill>
                <a:schemeClr val="bg1"/>
              </a:solidFill>
            </a:endParaRPr>
          </a:p>
          <a:p>
            <a:r>
              <a:rPr lang="nl-NL" sz="500">
                <a:solidFill>
                  <a:schemeClr val="bg1"/>
                </a:solidFill>
              </a:rPr>
              <a:t>Argumenten: …</a:t>
            </a:r>
          </a:p>
          <a:p>
            <a:r>
              <a:rPr lang="nl-NL" sz="500">
                <a:solidFill>
                  <a:schemeClr val="bg1"/>
                </a:solidFill>
              </a:rPr>
              <a:t>Return: </a:t>
            </a:r>
            <a:r>
              <a:rPr lang="nl-NL" sz="500" err="1">
                <a:solidFill>
                  <a:schemeClr val="bg1"/>
                </a:solidFill>
              </a:rPr>
              <a:t>float</a:t>
            </a:r>
            <a:r>
              <a:rPr lang="nl-NL" sz="500">
                <a:solidFill>
                  <a:schemeClr val="bg1"/>
                </a:solidFill>
              </a:rPr>
              <a:t>/integer (waarde uit </a:t>
            </a:r>
            <a:r>
              <a:rPr lang="nl-NL" sz="500" err="1">
                <a:solidFill>
                  <a:schemeClr val="bg1"/>
                </a:solidFill>
              </a:rPr>
              <a:t>csv</a:t>
            </a:r>
            <a:r>
              <a:rPr lang="nl-NL" sz="500">
                <a:solidFill>
                  <a:schemeClr val="bg1"/>
                </a:solidFill>
              </a:rPr>
              <a:t> of </a:t>
            </a:r>
            <a:r>
              <a:rPr lang="nl-NL" sz="500" err="1">
                <a:solidFill>
                  <a:schemeClr val="bg1"/>
                </a:solidFill>
              </a:rPr>
              <a:t>json</a:t>
            </a:r>
            <a:r>
              <a:rPr lang="nl-NL" sz="500">
                <a:solidFill>
                  <a:schemeClr val="bg1"/>
                </a:solidFill>
              </a:rPr>
              <a:t> file)</a:t>
            </a:r>
          </a:p>
        </p:txBody>
      </p:sp>
      <p:cxnSp>
        <p:nvCxnSpPr>
          <p:cNvPr id="20" name="Rechte verbindingslijn met pijl 19">
            <a:extLst>
              <a:ext uri="{FF2B5EF4-FFF2-40B4-BE49-F238E27FC236}">
                <a16:creationId xmlns:a16="http://schemas.microsoft.com/office/drawing/2014/main" id="{EC7FB5B6-6B8F-0E14-D2FC-5039090328E6}"/>
              </a:ext>
            </a:extLst>
          </p:cNvPr>
          <p:cNvCxnSpPr>
            <a:cxnSpLocks/>
          </p:cNvCxnSpPr>
          <p:nvPr/>
        </p:nvCxnSpPr>
        <p:spPr>
          <a:xfrm>
            <a:off x="2863763" y="1162688"/>
            <a:ext cx="10117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hthoek 25">
            <a:extLst>
              <a:ext uri="{FF2B5EF4-FFF2-40B4-BE49-F238E27FC236}">
                <a16:creationId xmlns:a16="http://schemas.microsoft.com/office/drawing/2014/main" id="{7B706E7C-64BA-2F10-3011-7130A54282CD}"/>
              </a:ext>
            </a:extLst>
          </p:cNvPr>
          <p:cNvSpPr/>
          <p:nvPr/>
        </p:nvSpPr>
        <p:spPr>
          <a:xfrm>
            <a:off x="4411516" y="2559762"/>
            <a:ext cx="1453901" cy="4426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96C21054-989B-B328-ABEF-0029917C5A75}"/>
              </a:ext>
            </a:extLst>
          </p:cNvPr>
          <p:cNvSpPr/>
          <p:nvPr/>
        </p:nvSpPr>
        <p:spPr>
          <a:xfrm>
            <a:off x="4430100" y="4051441"/>
            <a:ext cx="1453901" cy="4426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D2EA300E-DDED-09B5-E16E-30256819D54F}"/>
              </a:ext>
            </a:extLst>
          </p:cNvPr>
          <p:cNvSpPr txBox="1"/>
          <p:nvPr/>
        </p:nvSpPr>
        <p:spPr>
          <a:xfrm>
            <a:off x="4405070" y="1839685"/>
            <a:ext cx="134616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NL" sz="400">
                <a:solidFill>
                  <a:schemeClr val="bg1"/>
                </a:solidFill>
              </a:rPr>
              <a:t>Initialiseer Ship klasse met Basisvariabelen</a:t>
            </a:r>
          </a:p>
          <a:p>
            <a:endParaRPr lang="nl-NL" sz="400" dirty="0">
              <a:solidFill>
                <a:schemeClr val="bg1"/>
              </a:solidFill>
            </a:endParaRPr>
          </a:p>
          <a:p>
            <a:r>
              <a:rPr lang="nl-NL" sz="400" dirty="0">
                <a:solidFill>
                  <a:schemeClr val="bg1"/>
                </a:solidFill>
              </a:rPr>
              <a:t>file, crane_position, jib_length, TP_position, TP_amount, hull_thickness, BHD_thickness, </a:t>
            </a:r>
            <a:r>
              <a:rPr lang="nl-NL" sz="400">
                <a:solidFill>
                  <a:schemeClr val="bg1"/>
                </a:solidFill>
              </a:rPr>
              <a:t>tank3_initial, slewing_angle,  jib_angle, TP_mass.</a:t>
            </a:r>
          </a:p>
          <a:p>
            <a:endParaRPr lang="nl-NL" sz="400" dirty="0">
              <a:solidFill>
                <a:schemeClr val="bg1"/>
              </a:solidFill>
            </a:endParaRPr>
          </a:p>
        </p:txBody>
      </p:sp>
      <p:cxnSp>
        <p:nvCxnSpPr>
          <p:cNvPr id="30" name="Rechte verbindingslijn met pijl 29">
            <a:extLst>
              <a:ext uri="{FF2B5EF4-FFF2-40B4-BE49-F238E27FC236}">
                <a16:creationId xmlns:a16="http://schemas.microsoft.com/office/drawing/2014/main" id="{D8C4542C-C9C9-F8A8-1712-7A648C36B78A}"/>
              </a:ext>
            </a:extLst>
          </p:cNvPr>
          <p:cNvCxnSpPr>
            <a:cxnSpLocks/>
          </p:cNvCxnSpPr>
          <p:nvPr/>
        </p:nvCxnSpPr>
        <p:spPr>
          <a:xfrm>
            <a:off x="5085260" y="1489534"/>
            <a:ext cx="0" cy="2668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EF75321C-84A0-F5B4-FFB0-26B2D4DF595F}"/>
              </a:ext>
            </a:extLst>
          </p:cNvPr>
          <p:cNvCxnSpPr>
            <a:cxnSpLocks/>
          </p:cNvCxnSpPr>
          <p:nvPr/>
        </p:nvCxnSpPr>
        <p:spPr>
          <a:xfrm>
            <a:off x="5103845" y="2292927"/>
            <a:ext cx="0" cy="2668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Rechte verbindingslijn met pijl 31">
            <a:extLst>
              <a:ext uri="{FF2B5EF4-FFF2-40B4-BE49-F238E27FC236}">
                <a16:creationId xmlns:a16="http://schemas.microsoft.com/office/drawing/2014/main" id="{F43E4E43-266B-3EE7-A9D7-6E36FB6ADC16}"/>
              </a:ext>
            </a:extLst>
          </p:cNvPr>
          <p:cNvCxnSpPr>
            <a:cxnSpLocks/>
          </p:cNvCxnSpPr>
          <p:nvPr/>
        </p:nvCxnSpPr>
        <p:spPr>
          <a:xfrm>
            <a:off x="5103845" y="3002395"/>
            <a:ext cx="0" cy="2668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>
            <a:extLst>
              <a:ext uri="{FF2B5EF4-FFF2-40B4-BE49-F238E27FC236}">
                <a16:creationId xmlns:a16="http://schemas.microsoft.com/office/drawing/2014/main" id="{BD4C2E2D-4773-C9FA-1038-CFC435F39E4E}"/>
              </a:ext>
            </a:extLst>
          </p:cNvPr>
          <p:cNvSpPr txBox="1"/>
          <p:nvPr/>
        </p:nvSpPr>
        <p:spPr>
          <a:xfrm>
            <a:off x="4367899" y="2555428"/>
            <a:ext cx="1346160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NL" sz="400">
                <a:solidFill>
                  <a:schemeClr val="bg1"/>
                </a:solidFill>
              </a:rPr>
              <a:t>Berekend alle vullingen, de momentenstellingen en het evenwicht van de tanks.</a:t>
            </a:r>
            <a:endParaRPr lang="nl-NL">
              <a:solidFill>
                <a:schemeClr val="bg1"/>
              </a:solidFill>
            </a:endParaRPr>
          </a:p>
          <a:p>
            <a:r>
              <a:rPr lang="nl-NL" sz="400">
                <a:solidFill>
                  <a:schemeClr val="bg1"/>
                </a:solidFill>
              </a:rPr>
              <a:t>Functienaam: deck, plates</a:t>
            </a:r>
            <a:endParaRPr lang="nl-NL" sz="400" dirty="0">
              <a:solidFill>
                <a:schemeClr val="bg1"/>
              </a:solidFill>
            </a:endParaRP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512BDE7B-090F-D024-973D-C59BDAD724C3}"/>
              </a:ext>
            </a:extLst>
          </p:cNvPr>
          <p:cNvSpPr txBox="1"/>
          <p:nvPr/>
        </p:nvSpPr>
        <p:spPr>
          <a:xfrm>
            <a:off x="4386484" y="4040524"/>
            <a:ext cx="134616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400">
                <a:solidFill>
                  <a:schemeClr val="bg1"/>
                </a:solidFill>
              </a:rPr>
              <a:t>Sla de berekende waardes op in een JSON bestand</a:t>
            </a:r>
          </a:p>
        </p:txBody>
      </p:sp>
      <p:sp>
        <p:nvSpPr>
          <p:cNvPr id="37" name="Stroomdiagram: Document 36">
            <a:extLst>
              <a:ext uri="{FF2B5EF4-FFF2-40B4-BE49-F238E27FC236}">
                <a16:creationId xmlns:a16="http://schemas.microsoft.com/office/drawing/2014/main" id="{427C294B-E904-3172-3681-F4DF02A7940C}"/>
              </a:ext>
            </a:extLst>
          </p:cNvPr>
          <p:cNvSpPr/>
          <p:nvPr/>
        </p:nvSpPr>
        <p:spPr>
          <a:xfrm>
            <a:off x="2233125" y="4068034"/>
            <a:ext cx="1778647" cy="442618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8E75A567-86CC-19E9-06BF-65DEAD884672}"/>
              </a:ext>
            </a:extLst>
          </p:cNvPr>
          <p:cNvSpPr txBox="1"/>
          <p:nvPr/>
        </p:nvSpPr>
        <p:spPr>
          <a:xfrm>
            <a:off x="2169377" y="4067911"/>
            <a:ext cx="206575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NL" sz="600" dirty="0">
                <a:solidFill>
                  <a:schemeClr val="bg1"/>
                </a:solidFill>
              </a:rPr>
              <a:t>Output documents</a:t>
            </a:r>
            <a:r>
              <a:rPr lang="nl-NL" sz="600" dirty="0"/>
              <a:t>: </a:t>
            </a:r>
            <a:r>
              <a:rPr lang="nl-NL" sz="600" dirty="0">
                <a:solidFill>
                  <a:schemeClr val="bg1"/>
                </a:solidFill>
              </a:rPr>
              <a:t>Antwoordenblad_Gr98V1.0.json</a:t>
            </a:r>
          </a:p>
          <a:p>
            <a:r>
              <a:rPr lang="nl-NL" sz="600">
                <a:solidFill>
                  <a:schemeClr val="bg1"/>
                </a:solidFill>
              </a:rPr>
              <a:t>Contents: Het ingevulde antwoordenblad</a:t>
            </a:r>
          </a:p>
          <a:p>
            <a:endParaRPr lang="nl-NL" sz="600">
              <a:solidFill>
                <a:schemeClr val="bg1"/>
              </a:solidFill>
            </a:endParaRPr>
          </a:p>
        </p:txBody>
      </p: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22217683-2B12-1CD8-2D58-0FC3617EA9AC}"/>
              </a:ext>
            </a:extLst>
          </p:cNvPr>
          <p:cNvCxnSpPr>
            <a:cxnSpLocks/>
          </p:cNvCxnSpPr>
          <p:nvPr/>
        </p:nvCxnSpPr>
        <p:spPr>
          <a:xfrm flipH="1">
            <a:off x="4021065" y="4272750"/>
            <a:ext cx="3946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Rechte verbindingslijn met pijl 40">
            <a:extLst>
              <a:ext uri="{FF2B5EF4-FFF2-40B4-BE49-F238E27FC236}">
                <a16:creationId xmlns:a16="http://schemas.microsoft.com/office/drawing/2014/main" id="{05D356B8-DE4E-12D5-8A2C-F16DBF34B171}"/>
              </a:ext>
            </a:extLst>
          </p:cNvPr>
          <p:cNvCxnSpPr>
            <a:cxnSpLocks/>
          </p:cNvCxnSpPr>
          <p:nvPr/>
        </p:nvCxnSpPr>
        <p:spPr>
          <a:xfrm>
            <a:off x="5122430" y="4494074"/>
            <a:ext cx="0" cy="2668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hthoek 26">
            <a:extLst>
              <a:ext uri="{FF2B5EF4-FFF2-40B4-BE49-F238E27FC236}">
                <a16:creationId xmlns:a16="http://schemas.microsoft.com/office/drawing/2014/main" id="{5BEDAB16-352E-DE3B-793C-5D8B9BAC11BB}"/>
              </a:ext>
            </a:extLst>
          </p:cNvPr>
          <p:cNvSpPr/>
          <p:nvPr/>
        </p:nvSpPr>
        <p:spPr>
          <a:xfrm>
            <a:off x="4411515" y="3308026"/>
            <a:ext cx="1453901" cy="4426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nl-NL" sz="600">
                <a:latin typeface="Calibri"/>
                <a:ea typeface="Calibri"/>
                <a:cs typeface="Calibri"/>
              </a:rPr>
              <a:t>Functienaam: ZCG</a:t>
            </a:r>
            <a:endParaRPr lang="en-US"/>
          </a:p>
        </p:txBody>
      </p:sp>
      <p:cxnSp>
        <p:nvCxnSpPr>
          <p:cNvPr id="5" name="Rechte verbindingslijn met pijl 40">
            <a:extLst>
              <a:ext uri="{FF2B5EF4-FFF2-40B4-BE49-F238E27FC236}">
                <a16:creationId xmlns:a16="http://schemas.microsoft.com/office/drawing/2014/main" id="{0046C503-2071-D327-4DCE-AAD42EA6AD9F}"/>
              </a:ext>
            </a:extLst>
          </p:cNvPr>
          <p:cNvCxnSpPr>
            <a:cxnSpLocks/>
          </p:cNvCxnSpPr>
          <p:nvPr/>
        </p:nvCxnSpPr>
        <p:spPr>
          <a:xfrm>
            <a:off x="5103845" y="3778537"/>
            <a:ext cx="0" cy="2668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kstvak 33">
            <a:extLst>
              <a:ext uri="{FF2B5EF4-FFF2-40B4-BE49-F238E27FC236}">
                <a16:creationId xmlns:a16="http://schemas.microsoft.com/office/drawing/2014/main" id="{6B5490F6-6E7B-ADB6-0661-E6AF11CCE764}"/>
              </a:ext>
            </a:extLst>
          </p:cNvPr>
          <p:cNvSpPr txBox="1"/>
          <p:nvPr/>
        </p:nvSpPr>
        <p:spPr>
          <a:xfrm>
            <a:off x="4451533" y="3352865"/>
            <a:ext cx="134616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NL" sz="400">
                <a:solidFill>
                  <a:schemeClr val="bg1"/>
                </a:solidFill>
              </a:rPr>
              <a:t>Bereken totale schipdata.</a:t>
            </a:r>
            <a:endParaRPr lang="nl-NL">
              <a:solidFill>
                <a:schemeClr val="bg1"/>
              </a:solidFill>
            </a:endParaRPr>
          </a:p>
          <a:p>
            <a:r>
              <a:rPr lang="nl-NL" sz="400">
                <a:solidFill>
                  <a:schemeClr val="bg1"/>
                </a:solidFill>
              </a:rPr>
              <a:t>KG</a:t>
            </a:r>
          </a:p>
          <a:p>
            <a:r>
              <a:rPr lang="nl-NL" sz="400">
                <a:solidFill>
                  <a:schemeClr val="bg1"/>
                </a:solidFill>
              </a:rPr>
              <a:t>KB</a:t>
            </a:r>
          </a:p>
          <a:p>
            <a:r>
              <a:rPr lang="nl-NL" sz="400">
                <a:solidFill>
                  <a:schemeClr val="bg1"/>
                </a:solidFill>
              </a:rPr>
              <a:t>BM</a:t>
            </a:r>
          </a:p>
          <a:p>
            <a:r>
              <a:rPr lang="nl-NL" sz="400">
                <a:solidFill>
                  <a:schemeClr val="bg1"/>
                </a:solidFill>
              </a:rPr>
              <a:t>GM</a:t>
            </a:r>
          </a:p>
          <a:p>
            <a:endParaRPr lang="nl-NL" sz="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50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D12AF151-ED95-4E57-3EB2-DBAAF6FE18C0}"/>
              </a:ext>
            </a:extLst>
          </p:cNvPr>
          <p:cNvSpPr/>
          <p:nvPr/>
        </p:nvSpPr>
        <p:spPr>
          <a:xfrm>
            <a:off x="2923392" y="1422261"/>
            <a:ext cx="2250123" cy="114300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700" err="1"/>
              <a:t>Class:tank</a:t>
            </a:r>
            <a:endParaRPr lang="nl-NL" sz="700"/>
          </a:p>
          <a:p>
            <a:endParaRPr lang="nl-NL" sz="700"/>
          </a:p>
          <a:p>
            <a:r>
              <a:rPr lang="nl-NL" sz="700"/>
              <a:t>Input: ( </a:t>
            </a:r>
            <a:r>
              <a:rPr lang="nl-NL" sz="700" err="1"/>
              <a:t>tankVolume</a:t>
            </a:r>
            <a:r>
              <a:rPr lang="nl-NL" sz="700"/>
              <a:t> diagram, </a:t>
            </a:r>
            <a:r>
              <a:rPr lang="nl-NL" sz="700" err="1"/>
              <a:t>Tankwaterplanes</a:t>
            </a:r>
            <a:r>
              <a:rPr lang="nl-NL" sz="700"/>
              <a:t> diagram, )</a:t>
            </a:r>
          </a:p>
          <a:p>
            <a:endParaRPr lang="nl-NL" sz="700"/>
          </a:p>
          <a:p>
            <a:r>
              <a:rPr lang="nl-NL" sz="700"/>
              <a:t>Output: Alle benodigde Tankdata</a:t>
            </a:r>
            <a:endParaRPr lang="nl-NL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A78CA571-B3CC-F62B-1A50-41A2C5A876E6}"/>
              </a:ext>
            </a:extLst>
          </p:cNvPr>
          <p:cNvSpPr/>
          <p:nvPr/>
        </p:nvSpPr>
        <p:spPr>
          <a:xfrm>
            <a:off x="344187" y="1422261"/>
            <a:ext cx="2250123" cy="114300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800"/>
              <a:t>Inleesfile</a:t>
            </a:r>
          </a:p>
          <a:p>
            <a:endParaRPr lang="nl-NL" sz="800"/>
          </a:p>
          <a:p>
            <a:r>
              <a:rPr lang="nl-NL" sz="800"/>
              <a:t>Input:(files)</a:t>
            </a:r>
          </a:p>
          <a:p>
            <a:endParaRPr lang="nl-NL" sz="800"/>
          </a:p>
          <a:p>
            <a:r>
              <a:rPr lang="nl-NL" sz="800"/>
              <a:t>Output:(Alle losse files en hun waardes)</a:t>
            </a:r>
          </a:p>
          <a:p>
            <a:endParaRPr lang="nl-NL" sz="800"/>
          </a:p>
          <a:p>
            <a:pPr algn="ctr"/>
            <a:endParaRPr lang="nl-NL" sz="800"/>
          </a:p>
          <a:p>
            <a:pPr algn="ctr"/>
            <a:endParaRPr lang="nl-NL" sz="800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0D581F1C-A857-055C-6678-C358EACE7E35}"/>
              </a:ext>
            </a:extLst>
          </p:cNvPr>
          <p:cNvSpPr/>
          <p:nvPr/>
        </p:nvSpPr>
        <p:spPr>
          <a:xfrm>
            <a:off x="5466353" y="1422262"/>
            <a:ext cx="1909807" cy="111746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nl-NL" sz="80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8CF725D0-4663-F454-7335-5F1D79466FD6}"/>
              </a:ext>
            </a:extLst>
          </p:cNvPr>
          <p:cNvSpPr/>
          <p:nvPr/>
        </p:nvSpPr>
        <p:spPr>
          <a:xfrm>
            <a:off x="7538533" y="1422261"/>
            <a:ext cx="2131247" cy="111746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866E9CFC-3D30-5CA5-4B0B-D98E2017B376}"/>
              </a:ext>
            </a:extLst>
          </p:cNvPr>
          <p:cNvSpPr/>
          <p:nvPr/>
        </p:nvSpPr>
        <p:spPr>
          <a:xfrm>
            <a:off x="8478611" y="4103626"/>
            <a:ext cx="1593045" cy="70639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683DE409-39AB-ED4E-8085-9467EADC99C9}"/>
              </a:ext>
            </a:extLst>
          </p:cNvPr>
          <p:cNvSpPr/>
          <p:nvPr/>
        </p:nvSpPr>
        <p:spPr>
          <a:xfrm>
            <a:off x="5173515" y="4367391"/>
            <a:ext cx="1453901" cy="4426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E1B20881-3817-AC3B-3DCB-25432762AB32}"/>
              </a:ext>
            </a:extLst>
          </p:cNvPr>
          <p:cNvSpPr/>
          <p:nvPr/>
        </p:nvSpPr>
        <p:spPr>
          <a:xfrm>
            <a:off x="5325915" y="4519791"/>
            <a:ext cx="1453901" cy="4426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085E6FC-3724-F590-D8FB-8F4CEB4FF634}"/>
              </a:ext>
            </a:extLst>
          </p:cNvPr>
          <p:cNvSpPr/>
          <p:nvPr/>
        </p:nvSpPr>
        <p:spPr>
          <a:xfrm>
            <a:off x="2658533" y="1803400"/>
            <a:ext cx="135467" cy="2624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5522679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Kantoorthema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Pelle Wijnstra</dc:creator>
  <cp:revision>74</cp:revision>
  <dcterms:created xsi:type="dcterms:W3CDTF">2026-02-13T13:07:26Z</dcterms:created>
  <dcterms:modified xsi:type="dcterms:W3CDTF">2026-03-02T15:17:01Z</dcterms:modified>
</cp:coreProperties>
</file>